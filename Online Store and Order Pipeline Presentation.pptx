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92440" y="731520"/>
            <a:ext cx="3383280" cy="5212080"/>
          </a:xfrm>
          <a:prstGeom prst="roundRect">
            <a:avLst/>
          </a:prstGeom>
          <a:solidFill>
            <a:srgbClr val="19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58200" y="1143000"/>
            <a:ext cx="2651760" cy="777240"/>
          </a:xfrm>
          <a:prstGeom prst="round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58200" y="2103120"/>
            <a:ext cx="2057400" cy="777240"/>
          </a:xfrm>
          <a:prstGeom prst="roundRect">
            <a:avLst/>
          </a:prstGeom>
          <a:solidFill>
            <a:srgbClr val="3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58200" y="3063240"/>
            <a:ext cx="2468880" cy="777240"/>
          </a:xfrm>
          <a:prstGeom prst="roundRect">
            <a:avLst/>
          </a:prstGeom>
          <a:solidFill>
            <a:srgbClr val="42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58200" y="4023360"/>
            <a:ext cx="1645920" cy="777240"/>
          </a:xfrm>
          <a:prstGeom prst="roundRect">
            <a:avLst/>
          </a:prstGeom>
          <a:solidFill>
            <a:srgbClr val="E28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914400"/>
            <a:ext cx="6858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900">
                <a:solidFill>
                  <a:srgbClr val="19273F"/>
                </a:solidFill>
                <a:latin typeface="Aptos Display"/>
              </a:defRPr>
            </a:pPr>
            <a:r>
              <a:t>Online Store</a:t>
            </a:r>
            <a:br/>
            <a:r>
              <a:t>and Order Pipeline</a:t>
            </a:r>
          </a:p>
          <a:p>
            <a:pPr>
              <a:defRPr sz="1700">
                <a:solidFill>
                  <a:srgbClr val="2C69B0"/>
                </a:solidFill>
                <a:latin typeface="Aptos"/>
              </a:defRPr>
            </a:pPr>
            <a:r>
              <a:t>Java Programming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63240"/>
            <a:ext cx="66294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063240"/>
            <a:ext cx="73152" cy="2057400"/>
          </a:xfrm>
          <a:prstGeom prst="rect">
            <a:avLst/>
          </a:prstGeom>
          <a:solidFill>
            <a:srgbClr val="3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27832"/>
            <a:ext cx="62179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9273F"/>
                </a:solidFill>
                <a:latin typeface="Aptos"/>
              </a:defRPr>
            </a:pPr>
            <a:r>
              <a:t>Project Members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V. Shreyas  •  2620030213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T. Vineeth Kumar  •  2620080042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G. Harshith  •  2620030136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180"/>
                </a:solidFill>
                <a:latin typeface="Aptos"/>
              </a:defRPr>
            </a:pPr>
            <a:r>
              <a:t>Online Store and Order Pipeline   •   klh-S-15-1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9273F"/>
                </a:solidFill>
                <a:latin typeface="Aptos Display"/>
              </a:defRPr>
            </a:pPr>
            <a:r>
              <a:t>Group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180"/>
                </a:solidFill>
                <a:latin typeface="Aptos"/>
              </a:defRPr>
            </a:pPr>
            <a:r>
              <a:t>Team identity and project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508760"/>
            <a:ext cx="102412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65960"/>
            <a:ext cx="94183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2C69B0"/>
                </a:solidFill>
                <a:latin typeface="Aptos Display"/>
              </a:defRPr>
            </a:pPr>
            <a:r>
              <a:t>klh-S-15-1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246120"/>
            <a:ext cx="8869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A323E"/>
                </a:solidFill>
                <a:latin typeface="Aptos"/>
              </a:defRPr>
            </a:pPr>
            <a:r>
              <a:t>Online shopping cart → order input → cost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180"/>
                </a:solidFill>
                <a:latin typeface="Aptos"/>
              </a:defRPr>
            </a:pPr>
            <a:r>
              <a:t>Online Store and Order Pipeline   •   klh-S-15-1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9273F"/>
                </a:solidFill>
                <a:latin typeface="Aptos Display"/>
              </a:defRPr>
            </a:pPr>
            <a:r>
              <a:t>Project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180"/>
                </a:solidFill>
                <a:latin typeface="Aptos"/>
              </a:defRPr>
            </a:pPr>
            <a:r>
              <a:t>A simple console-based cart and order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4297680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892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9273F"/>
                </a:solidFill>
                <a:latin typeface="Aptos"/>
              </a:defRPr>
            </a:pPr>
            <a:r>
              <a:t>What the project does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• Takes product details from the user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• Stores product names in a cart array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• Stores prices and quantities in separate arrays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• Allows the user to continue shopping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• Uses a method to calculate item-wise total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73152" cy="4297680"/>
          </a:xfrm>
          <a:prstGeom prst="rect">
            <a:avLst/>
          </a:prstGeom>
          <a:solidFill>
            <a:srgbClr val="42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892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9273F"/>
                </a:solidFill>
                <a:latin typeface="Aptos"/>
              </a:defRPr>
            </a:pPr>
            <a:r>
              <a:t>Basic Order Flow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1. Enter product name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2. Enter product price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3. Enter product quantity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4. Ask whether to continue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5. Add another product or stop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6. Calculate cost using price × quantity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180"/>
                </a:solidFill>
                <a:latin typeface="Aptos"/>
              </a:defRPr>
            </a:pPr>
            <a:r>
              <a:t>Online Store and Order Pipeline   •   klh-S-15-1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9273F"/>
                </a:solidFill>
                <a:latin typeface="Aptos Display"/>
              </a:defRPr>
            </a:pPr>
            <a:r>
              <a:t>Code Implementation —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180"/>
                </a:solidFill>
                <a:latin typeface="Aptos"/>
              </a:defRPr>
            </a:pPr>
            <a:r>
              <a:t>Full source code • Part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1201400" cy="5074920"/>
          </a:xfrm>
          <a:prstGeom prst="roundRect">
            <a:avLst/>
          </a:prstGeom>
          <a:solidFill>
            <a:srgbClr val="19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1078992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import java.util.Scanner;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public class Online_Store_And_Order_Pipline {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public static void main(String[] args){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Scanner input = new Scanner(System.in);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int n = 1;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System.out.println("Type your order in this order");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System.out.println("product name");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System.out.println("Product price");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System.out.println("Product quantity");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while (true) {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String [] cart = new String [n];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for(int i =0;i&lt;n;i++){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    cart[i] = input.nextLine();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}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double [] prices = new double[n];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for(int i=0;i&lt;n;i++){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    prices[i]=input.nextInt();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}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double [] quantity=new double [n];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for(int i=0;i&lt;n;i++){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    quantity[i] = input.nextDouble();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}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System.out.println("Do you still want to continue: ");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input.nextLine();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String continue_Shopping = input.nextLine();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if (continue_Shopping=="yes"){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180"/>
                </a:solidFill>
                <a:latin typeface="Aptos"/>
              </a:defRPr>
            </a:pPr>
            <a:r>
              <a:t>Online Store and Order Pipeline   •   klh-S-15-1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9273F"/>
                </a:solidFill>
                <a:latin typeface="Aptos Display"/>
              </a:defRPr>
            </a:pPr>
            <a:r>
              <a:t>Code Implementation —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180"/>
                </a:solidFill>
                <a:latin typeface="Aptos"/>
              </a:defRPr>
            </a:pPr>
            <a:r>
              <a:t>Full source code • Part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1201400" cy="5074920"/>
          </a:xfrm>
          <a:prstGeom prst="roundRect">
            <a:avLst/>
          </a:prstGeom>
          <a:solidFill>
            <a:srgbClr val="19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1078992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    n++;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}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else break;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}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static double[] Total_Cost(int n,double[] prices,double[] quantity){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double[] t = new double[n];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for (int i =1;i&lt;n;i++){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    t[i] = quantity[i]*prices[i];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}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    return t;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22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180"/>
                </a:solidFill>
                <a:latin typeface="Aptos"/>
              </a:defRPr>
            </a:pPr>
            <a:r>
              <a:t>Online Store and Order Pipeline   •   klh-S-15-1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9273F"/>
                </a:solidFill>
                <a:latin typeface="Aptos Display"/>
              </a:defRPr>
            </a:pPr>
            <a: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180"/>
                </a:solidFill>
                <a:latin typeface="Aptos"/>
              </a:defRPr>
            </a:pPr>
            <a:r>
              <a:t>What the project demonstrates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4251960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30175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9273F"/>
                </a:solidFill>
                <a:latin typeface="Aptos"/>
              </a:defRPr>
            </a:pPr>
            <a:r>
              <a:t>1  Cart Input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The user can enter product name, price and quantity through the console.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73152" cy="4251960"/>
          </a:xfrm>
          <a:prstGeom prst="rect">
            <a:avLst/>
          </a:prstGeom>
          <a:solidFill>
            <a:srgbClr val="3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36192"/>
            <a:ext cx="30175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9273F"/>
                </a:solidFill>
                <a:latin typeface="Aptos"/>
              </a:defRPr>
            </a:pPr>
            <a:r>
              <a:t>2  Order Pipeline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The program repeatedly accepts shopping information and checks whether the user wants to continue.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7160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371600"/>
            <a:ext cx="73152" cy="4251960"/>
          </a:xfrm>
          <a:prstGeom prst="rect">
            <a:avLst/>
          </a:prstGeom>
          <a:solidFill>
            <a:srgbClr val="42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36192"/>
            <a:ext cx="30175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9273F"/>
                </a:solidFill>
                <a:latin typeface="Aptos"/>
              </a:defRPr>
            </a:pPr>
            <a:r>
              <a:t>3  Cost Calculation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A separate method is designed to calculate item-wise cost using quantity × price.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180"/>
                </a:solidFill>
                <a:latin typeface="Aptos"/>
              </a:defRPr>
            </a:pPr>
            <a:r>
              <a:t>Online Store and Order Pipeline   •   klh-S-15-1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9273F"/>
                </a:solidFill>
                <a:latin typeface="Aptos Display"/>
              </a:defRPr>
            </a:pPr>
            <a:r>
              <a:t>Methods, Data Types &amp;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180"/>
                </a:solidFill>
                <a:latin typeface="Aptos"/>
              </a:defRPr>
            </a:pPr>
            <a:r>
              <a:t>Main Java concepts used in the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4526280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315467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900">
                <a:solidFill>
                  <a:srgbClr val="19273F"/>
                </a:solidFill>
                <a:latin typeface="Aptos"/>
              </a:defRPr>
            </a:pPr>
            <a:r>
              <a:t>Methods</a:t>
            </a: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  <a:r>
              <a:t>• main(String[] args)</a:t>
            </a: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  <a:r>
              <a:t>  Program entry point</a:t>
            </a: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  <a:r>
              <a:t>• Total_Cost(...)</a:t>
            </a: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  <a:r>
              <a:t>  Calculates item-wise cost</a:t>
            </a: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  <a:r>
              <a:t>• Scanner methods</a:t>
            </a: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  <a:r>
              <a:t>  nextLine(), nextInt(), nextDouble()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325880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325880"/>
            <a:ext cx="73152" cy="4526280"/>
          </a:xfrm>
          <a:prstGeom prst="rect">
            <a:avLst/>
          </a:prstGeom>
          <a:solidFill>
            <a:srgbClr val="3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490472"/>
            <a:ext cx="315467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900">
                <a:solidFill>
                  <a:srgbClr val="19273F"/>
                </a:solidFill>
                <a:latin typeface="Aptos"/>
              </a:defRPr>
            </a:pPr>
            <a:r>
              <a:t>Data Types</a:t>
            </a: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  <a:r>
              <a:t>• int — number of products (n)</a:t>
            </a: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  <a:r>
              <a:t>• double — prices and quantities</a:t>
            </a: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  <a:r>
              <a:t>• String — product names and user choice</a:t>
            </a: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  <a:r>
              <a:t>• String[] — cart / product names</a:t>
            </a: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  <a:r>
              <a:t>• double[] — prices and quantities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1325880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37575" y="1325880"/>
            <a:ext cx="73152" cy="4526280"/>
          </a:xfrm>
          <a:prstGeom prst="rect">
            <a:avLst/>
          </a:prstGeom>
          <a:solidFill>
            <a:srgbClr val="42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1490472"/>
            <a:ext cx="315467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900">
                <a:solidFill>
                  <a:srgbClr val="19273F"/>
                </a:solidFill>
                <a:latin typeface="Aptos"/>
              </a:defRPr>
            </a:pPr>
            <a:r>
              <a:t>Variables</a:t>
            </a: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  <a:r>
              <a:t>• input — Scanner object</a:t>
            </a: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  <a:r>
              <a:t>• n — array size / item count</a:t>
            </a: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  <a:r>
              <a:t>• cart — product names</a:t>
            </a: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  <a:r>
              <a:t>• prices — product prices</a:t>
            </a: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  <a:r>
              <a:t>• quantity — product quantities</a:t>
            </a: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  <a:r>
              <a:t>• continue_Shopping — user choice</a:t>
            </a:r>
          </a:p>
          <a:p>
            <a:pPr>
              <a:spcAft>
                <a:spcPts val="500"/>
              </a:spcAft>
              <a:defRPr sz="1400">
                <a:solidFill>
                  <a:srgbClr val="2A323E"/>
                </a:solidFill>
                <a:latin typeface="Aptos"/>
              </a:defRPr>
            </a:pPr>
            <a:r>
              <a:t>• t — calculated costs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180"/>
                </a:solidFill>
                <a:latin typeface="Aptos"/>
              </a:defRPr>
            </a:pPr>
            <a:r>
              <a:t>Online Store and Order Pipeline   •   klh-S-15-1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51560"/>
            <a:ext cx="10012680" cy="4983480"/>
          </a:xfrm>
          <a:prstGeom prst="roundRect">
            <a:avLst/>
          </a:prstGeom>
          <a:solidFill>
            <a:srgbClr val="19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874519"/>
            <a:ext cx="9235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834640"/>
            <a:ext cx="9235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D0DCEB"/>
                </a:solidFill>
                <a:latin typeface="Aptos"/>
              </a:defRPr>
            </a:pPr>
            <a:r>
              <a:t>for your time and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977639"/>
            <a:ext cx="9235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Aptos"/>
              </a:defRPr>
            </a:pPr>
            <a:r>
              <a:t>V. Shreyas  •  T. Vineeth Kumar  •  G. Harshith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617720"/>
            <a:ext cx="9235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3AA6B9"/>
                </a:solidFill>
                <a:latin typeface="Aptos"/>
              </a:defRPr>
            </a:pPr>
            <a:r>
              <a:t>klh-S-15-1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180"/>
                </a:solidFill>
                <a:latin typeface="Aptos"/>
              </a:defRPr>
            </a:pPr>
            <a:r>
              <a:t>Online Store and Order Pipeline   •   klh-S-15-1                                   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Store and Order Pipeline - Full Code</dc:title>
  <dc:subject/>
  <dc:creator>klh-S-15-1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